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1E876-B8C6-4A0B-856A-DD88DBE7F9A1}" v="2" dt="2026-08-23T04:54:08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chitrasavi@gmail.com" userId="d202137a115f1e51" providerId="LiveId" clId="{87226FA7-E88E-4CE7-A9D1-5DD60C532110}"/>
    <pc:docChg chg="addSld delSld modSld">
      <pc:chgData name="jaichitrasavi@gmail.com" userId="d202137a115f1e51" providerId="LiveId" clId="{87226FA7-E88E-4CE7-A9D1-5DD60C532110}" dt="2026-08-23T04:55:28.865" v="39"/>
      <pc:docMkLst>
        <pc:docMk/>
      </pc:docMkLst>
      <pc:sldChg chg="new del">
        <pc:chgData name="jaichitrasavi@gmail.com" userId="d202137a115f1e51" providerId="LiveId" clId="{87226FA7-E88E-4CE7-A9D1-5DD60C532110}" dt="2026-08-23T04:54:05.583" v="17" actId="47"/>
        <pc:sldMkLst>
          <pc:docMk/>
          <pc:sldMk cId="1278611751" sldId="256"/>
        </pc:sldMkLst>
      </pc:sldChg>
      <pc:sldChg chg="addSp delSp modSp del mod">
        <pc:chgData name="jaichitrasavi@gmail.com" userId="d202137a115f1e51" providerId="LiveId" clId="{87226FA7-E88E-4CE7-A9D1-5DD60C532110}" dt="2026-08-23T04:53:08.771" v="4" actId="47"/>
        <pc:sldMkLst>
          <pc:docMk/>
          <pc:sldMk cId="2217204814" sldId="256"/>
        </pc:sldMkLst>
        <pc:spChg chg="add del mod">
          <ac:chgData name="jaichitrasavi@gmail.com" userId="d202137a115f1e51" providerId="LiveId" clId="{87226FA7-E88E-4CE7-A9D1-5DD60C532110}" dt="2026-08-23T04:53:07.711" v="3"/>
          <ac:spMkLst>
            <pc:docMk/>
            <pc:sldMk cId="2217204814" sldId="256"/>
            <ac:spMk id="2" creationId="{02CC4F04-A76C-B5C0-324B-98EE3961545D}"/>
          </ac:spMkLst>
        </pc:spChg>
        <pc:spChg chg="mod">
          <ac:chgData name="jaichitrasavi@gmail.com" userId="d202137a115f1e51" providerId="LiveId" clId="{87226FA7-E88E-4CE7-A9D1-5DD60C532110}" dt="2026-08-23T04:53:05.479" v="1" actId="20577"/>
          <ac:spMkLst>
            <pc:docMk/>
            <pc:sldMk cId="2217204814" sldId="256"/>
            <ac:spMk id="7" creationId="{E3309322-F530-A9C3-1039-1DC6D4594210}"/>
          </ac:spMkLst>
        </pc:spChg>
      </pc:sldChg>
      <pc:sldChg chg="addSp delSp modSp new mod">
        <pc:chgData name="jaichitrasavi@gmail.com" userId="d202137a115f1e51" providerId="LiveId" clId="{87226FA7-E88E-4CE7-A9D1-5DD60C532110}" dt="2026-08-23T04:55:28.865" v="39"/>
        <pc:sldMkLst>
          <pc:docMk/>
          <pc:sldMk cId="3083443524" sldId="257"/>
        </pc:sldMkLst>
        <pc:spChg chg="mod">
          <ac:chgData name="jaichitrasavi@gmail.com" userId="d202137a115f1e51" providerId="LiveId" clId="{87226FA7-E88E-4CE7-A9D1-5DD60C532110}" dt="2026-08-23T04:55:28.006" v="37" actId="255"/>
          <ac:spMkLst>
            <pc:docMk/>
            <pc:sldMk cId="3083443524" sldId="257"/>
            <ac:spMk id="2" creationId="{1FAE53B8-9462-154C-AA47-DAC23952C0C5}"/>
          </ac:spMkLst>
        </pc:spChg>
        <pc:spChg chg="add del mod">
          <ac:chgData name="jaichitrasavi@gmail.com" userId="d202137a115f1e51" providerId="LiveId" clId="{87226FA7-E88E-4CE7-A9D1-5DD60C532110}" dt="2026-08-23T04:55:28.865" v="39"/>
          <ac:spMkLst>
            <pc:docMk/>
            <pc:sldMk cId="3083443524" sldId="257"/>
            <ac:spMk id="7" creationId="{50769F01-339F-4032-D71E-F442FA721BD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5E7F-3DD3-319B-F70B-08A9DFF33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2C878-F1FC-8E50-FF8E-6D56399E5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4B578-73BE-896E-BDE9-C88EEAB9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35C8D-8534-5F9E-5812-BE0C22EB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7EBE6-A39D-E4A2-5D2A-799CC56B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5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F664-F2AF-288A-28DB-F281983E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C9718-F45A-1574-A997-A7B6C9D18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D86F2-A106-72D3-D2E8-B034127F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0B994-A8A2-32FF-C70C-6530502B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2DFCE-1F00-A560-BB1A-9F44720E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74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2970-3695-06FC-2257-A74DEF84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14F90-5D41-77D0-EA0D-629255D8E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19B04-2863-8D73-0A42-2E39C1B4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C34A5-E4AC-EE25-990A-E2CE5B3F2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1978-8D19-D03D-C78A-D22F09F7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4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6173-FAED-ECA6-AFC5-99334BD8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DFC7-1AB3-9010-DA8E-7520EC3F2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CB0EF-B118-26EE-FEE0-AAF3E65B4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774AA-8C9C-F1BC-8715-22B3ED5B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1BE0C-6C98-D527-A3C9-14D876C6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B9C2F-8CB6-033F-E962-5059E7B7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516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4962-7F25-6F0C-65FC-017CA414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41E66-29C6-E3D6-46EC-02C1B1112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9166F-08CE-90D3-E35A-5A07CFE93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F9483-F8CA-0917-CD9A-DFF69B1E3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D31E6-36B8-36E8-8D93-118D7A6B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A6D03-7ADE-0075-BAD7-BE4A4F27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DABEB-5880-8697-8F58-38915F9B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03193-88CF-550F-6BAD-CB26B585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65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67A6-72E8-2AAB-DA07-CD02C239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E5359-5179-96B8-3BD8-A72F47B0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3DB0C-7C80-8CA7-5EFA-87434B78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5D9AA-418A-47B7-90CE-363DC897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76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58E0A-2AF4-00ED-2849-9CB83900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47485-C587-F74D-9CFB-4D28C488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3D608-EFD8-8A8B-2A35-CB1C3140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73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FC3B-4A60-DDAF-5260-DAA46A53F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19157-794B-EB25-8DEB-0C8D08128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10787-F54F-6768-3A80-10A1226E6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44ADC-43AF-DCDF-9118-E233055D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134AA-7C90-5002-45B4-8301A645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0E4CA-37A7-C1E5-F148-FA2B9A54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44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E95D-ACF2-5F05-8CED-D0B46577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39C0F-02EE-6ACB-CD34-EFC336D1F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7731C-43B4-004E-FA15-D705661C8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FD497-D430-AFA3-E3CB-63322945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7C895-2B77-0770-F1DA-0EA1C784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62645-56AB-0DE6-ADE9-00FA2902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561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6172-36E8-19C5-7A9B-314CA0A5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2EF11-C03B-1DEE-7EDC-93E4C4C48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84C30-71EC-15A8-53A8-FF774BA3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9030-F376-7D3D-73AE-31F3BDBA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338E-64D1-4E32-BF8C-27D5539E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91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B4B48-048A-5B3E-00A3-22EAB6863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BF979-247D-7E9F-06C0-A9FA4E36E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FFF9E-25C0-8866-DB4F-BB8B1773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E2C3-ADF8-1127-20E3-3253B1418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AC200-6C99-D5CE-62D7-566C1476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41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73C76-92BF-246C-3CBD-58023969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4EE2D-354E-ECAC-BA60-44E1E102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23B0A-1AD7-8E99-84BA-54BFBC11E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C3AA3-B60D-4AD7-BCEC-30C7DB190076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2CFAB-6881-3659-9D5A-CE0CF34804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02E0-ED68-E2B8-15EF-F65476493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C3F88-7FBB-4A40-B592-995E29FD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81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53B8-9462-154C-AA47-DAC23952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Transport Layer Fundamentals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32F39-38A0-5594-FAB4-CBE2DEAAE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846AA-5F8F-57A3-204D-ACAFFF1F22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5242A-A0F4-A2B4-177F-52CEC38A2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316F5-863C-9135-4A40-F50DD55C72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44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Transport Layer Fundamentals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jaichitrasavi@gmail.com</dc:creator>
  <cp:lastModifiedBy>jaichitrasavi@gmail.com</cp:lastModifiedBy>
  <cp:revision>1</cp:revision>
  <dcterms:created xsi:type="dcterms:W3CDTF">2026-08-22T09:21:27Z</dcterms:created>
  <dcterms:modified xsi:type="dcterms:W3CDTF">2026-08-23T04:55:38Z</dcterms:modified>
</cp:coreProperties>
</file>